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GEF AI Data Quality Bus — Tight Narrative (3 Slides)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The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20+ source teams. 90+ proto files. 4,201 fields. Zero cross-schema governance.</a:t>
            </a:r>
          </a:p>
          <a:p>
            <a:pPr lvl="0" indent="0" marL="0">
              <a:buNone/>
            </a:pPr>
            <a:r>
              <a:rPr/>
              <a:t>When </a:t>
            </a:r>
            <a:r>
              <a:rPr>
                <a:latin typeface="Courier"/>
              </a:rPr>
              <a:t>aidiscovery</a:t>
            </a:r>
            <a:r>
              <a:rPr/>
              <a:t> defines </a:t>
            </a:r>
            <a:r>
              <a:rPr>
                <a:latin typeface="Courier"/>
              </a:rPr>
              <a:t>_tenant_id</a:t>
            </a:r>
            <a:r>
              <a:rPr/>
              <a:t> as </a:t>
            </a:r>
            <a:r>
              <a:rPr>
                <a:latin typeface="Courier"/>
              </a:rPr>
              <a:t>int32</a:t>
            </a:r>
            <a:r>
              <a:rPr/>
              <a:t> and every other event uses </a:t>
            </a:r>
            <a:r>
              <a:rPr>
                <a:latin typeface="Courier"/>
              </a:rPr>
              <a:t>int64</a:t>
            </a:r>
            <a:r>
              <a:rPr/>
              <a:t>, nobody catches it until a downstream query silently returns wrong results.</a:t>
            </a:r>
          </a:p>
          <a:p>
            <a:pPr lvl="0" indent="0" marL="0">
              <a:buNone/>
            </a:pPr>
            <a:r>
              <a:rPr/>
              <a:t>When an analyst wants “all events for user X”, they write: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user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username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userprincipalname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userid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user_name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act_user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..</a:t>
            </a:r>
            <a:r>
              <a:rPr>
                <a:latin typeface="Courier"/>
              </a:rPr>
              <a:t>.</a:t>
            </a:r>
          </a:p>
          <a:p>
            <a:pPr lvl="0" indent="0" marL="0">
              <a:buNone/>
            </a:pPr>
            <a:r>
              <a:rPr b="1"/>
              <a:t>47 variants.</a:t>
            </a:r>
            <a:r>
              <a:rPr/>
              <a:t> No one maintains the complete mapping.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Data quality incidents, wasted analyst hours, broken dashboards — all from preventable schema drift.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</a:t>
            </a:r>
            <a:r>
              <a:rPr b="1"/>
              <a:t>AI agent</a:t>
            </a:r>
            <a:r>
              <a:rPr/>
              <a:t> that reads all 90+ proto schemas, builds a semantic knowledge base, and reviews every new proto PR for consistency.</a:t>
            </a:r>
          </a:p>
          <a:p>
            <a:pPr lvl="0" indent="0">
              <a:buNone/>
            </a:pPr>
            <a:r>
              <a:rPr>
                <a:latin typeface="Courier"/>
              </a:rPr>
              <a:t>New Proto PR
     │
     ▼
Schema Agent (RAG)  →  "This field is similar to 47 existing fields"
     │
     ▼
Consistency Agent   →  "Type mismatch: int32 vs int64"
     │                  "Missing user identity field"
     │                  "Naming inconsistency with canonical pattern"
     ▼
PR Review Comment   →  Specific, actionable suggestions</a:t>
            </a:r>
          </a:p>
          <a:p>
            <a:pPr lvl="0" indent="0" marL="0">
              <a:buNone/>
            </a:pPr>
            <a:r>
              <a:rPr b="1"/>
              <a:t>Live result:</a:t>
            </a:r>
            <a:r>
              <a:rPr/>
              <a:t> Reviewed </a:t>
            </a:r>
            <a:r>
              <a:rPr>
                <a:latin typeface="Courier"/>
              </a:rPr>
              <a:t>mcp_session.proto</a:t>
            </a:r>
            <a:r>
              <a:rPr/>
              <a:t> → found 2 type errors, 3 naming warnings, 26 consistency suggestions. In seconds.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What’s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Month 1 (Done):</a:t>
            </a:r>
            <a:r>
              <a:rPr/>
              <a:t> Schema intelligence + review agent. 98 tests. Production-ready CLI.</a:t>
            </a:r>
          </a:p>
          <a:p>
            <a:pPr lvl="0" indent="0" marL="0">
              <a:buNone/>
            </a:pPr>
            <a:r>
              <a:rPr b="1"/>
              <a:t>Month 2:</a:t>
            </a:r>
            <a:r>
              <a:rPr/>
              <a:t> Add reconciliation pipeline — automatically clean and normalize data as it flows through GEF. Transform GEF into a </a:t>
            </a:r>
            <a:r>
              <a:rPr b="1"/>
              <a:t>bidirectional data bus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Month 3:</a:t>
            </a:r>
            <a:r>
              <a:rPr/>
              <a:t> Quality dashboard by service/event type. Proto CI on every ef-client PR. Slack alerting for anomalies.</a:t>
            </a:r>
          </a:p>
          <a:p>
            <a:pPr lvl="0" indent="0" marL="0">
              <a:buNone/>
            </a:pPr>
            <a:r>
              <a:rPr b="1"/>
              <a:t>No new infrastructure.</a:t>
            </a:r>
            <a:r>
              <a:rPr/>
              <a:t> Reuses existing EF gateway, SQS, S3, DuckDB patterns.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2026-04-16T17:07:14Z</dcterms:created>
  <dcterms:modified xsi:type="dcterms:W3CDTF">2026-04-16T17:07:14Z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style">
    <vt:lpwstr>section { font-size: 24px; } table { font-size: 20px; } pre { font-size: 18px; } h1 { color: #2563eb; } h2 { color: #1e40af; }</vt:lpwstr>
  </property>
  <property fmtid="{D5CDD505-2E9C-101B-9397-08002B2CF9AE}" pid="6" name="theme">
    <vt:lpwstr>default</vt:lpwstr>
  </property>
</Properties>
</file>