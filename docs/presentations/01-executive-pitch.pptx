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GEF AI Data Quality Bus — Executive Pitch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1: The Problem — Schema Chaos at Scale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Every downstream query is a guessing game.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300"/>
                <a:gridCol w="800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analysts write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WHERE user = X OR username = X OR userprincipalname = X OR userid = X OR user_name = X ...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47+ field variants</a:t>
                      </a:r>
                      <a:r>
                        <a:rPr/>
                        <a:t> for “user” across 20+ event types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cross-checking of 90+ proto files on every 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 automated schema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Discovering </a:t>
                      </a:r>
                      <a:r>
                        <a:rPr>
                          <a:latin typeface="Courier"/>
                        </a:rPr>
                        <a:t>_tenant_id</a:t>
                      </a:r>
                      <a:r>
                        <a:rPr/>
                        <a:t> is </a:t>
                      </a:r>
                      <a:r>
                        <a:rPr>
                          <a:latin typeface="Courier"/>
                        </a:rPr>
                        <a:t>int32</a:t>
                      </a:r>
                      <a:r>
                        <a:rPr/>
                        <a:t> in one event and </a:t>
                      </a:r>
                      <a:r>
                        <a:rPr>
                          <a:latin typeface="Courier"/>
                        </a:rPr>
                        <a:t>int64</a:t>
                      </a:r>
                      <a:r>
                        <a:rPr/>
                        <a:t> in another — after queries break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Zero type safety across schemas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Impact:</a:t>
            </a:r>
            <a:r>
              <a:rPr/>
              <a:t> - Analyst productivity lost to field discovery - Data quality incidents from undetected schema drift - Onboarding new event types introduces silent inconsistencies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Solution — AI-Powered Schema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GEF AI Data Quality Bus</a:t>
            </a:r>
            <a:r>
              <a:rPr/>
              <a:t> — an AI agent that understands field semantics across all event types.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┌──────────────────────────────────────────────────────┐
│                                                      │
│   90+ Proto Files  ──►  RAG Knowledge Base           │
│                         (4,201 fields indexed)       │
│                              │                       │
│                              ▼                       │
│   New Proto PR  ──►  AI Review Agent  ──►  PR Comment│
│                     (LangGraph Pipeline)             │
│                                                      │
│   "Your _tenant_id is int32 — all other events       │
│    use int64. This will break downstream queries."   │
│                                                      │
└──────────────────────────────────────────────────────┘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Shift left:</a:t>
            </a:r>
            <a:r>
              <a:rPr/>
              <a:t> Catch inconsistencies at the source, on every PR, before they reach production.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What We Built (Month 1 POC)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/>
                <a:gridCol w="2349500"/>
                <a:gridCol w="2349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 Schema Parser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Parses all 88 proto files, extracts 4,201 fields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Cross-Schema RAG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ChromaDB vector store with semantic similarity 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Canonical Field 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AI-generated mapping of 47+ user variants → 1 canonical concept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LangGraph Review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3-agent pipeline: Schema → Consistency → Recommendation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review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ingest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build-registry</a:t>
                      </a:r>
                      <a:r>
                        <a:rPr/>
                        <a:t> commands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Actions Template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Auto-review on ef-client PRs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98 tests passing. Zero external dependencies beyond Claude API.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Live Demo Result — mcp_session.proto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agent reviewed </a:t>
            </a:r>
            <a:r>
              <a:rPr>
                <a:latin typeface="Courier"/>
              </a:rPr>
              <a:t>aidiscovery/mcp_session.proto</a:t>
            </a:r>
            <a:r>
              <a:rPr/>
              <a:t> and found </a:t>
            </a:r>
            <a:r>
              <a:rPr b="1"/>
              <a:t>31 issues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/>
                <a:gridCol w="1371600"/>
                <a:gridCol w="1765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_tenant_id</a:t>
                      </a:r>
                      <a:r>
                        <a:rPr/>
                        <a:t> is </a:t>
                      </a:r>
                      <a:r>
                        <a:rPr>
                          <a:latin typeface="Courier"/>
                        </a:rPr>
                        <a:t>int32</a:t>
                      </a:r>
                      <a:r>
                        <a:rPr/>
                        <a:t> — canonical type is </a:t>
                      </a:r>
                      <a:r>
                        <a:rPr>
                          <a:latin typeface="Courier"/>
                        </a:rPr>
                        <a:t>int64</a:t>
                      </a:r>
                      <a:r>
                        <a:rPr/>
                        <a:t> across all other events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Warning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Uses nested </a:t>
                      </a:r>
                      <a:r>
                        <a:rPr>
                          <a:latin typeface="Courier"/>
                        </a:rPr>
                        <a:t>IdentityContext.user_id</a:t>
                      </a:r>
                      <a:r>
                        <a:rPr/>
                        <a:t> — all other events use flat </a:t>
                      </a:r>
                      <a:r>
                        <a:rPr>
                          <a:latin typeface="Courier"/>
                        </a:rPr>
                        <a:t>username</a:t>
                      </a:r>
                      <a:r>
                        <a:rPr/>
                        <a:t>/</a:t>
                      </a:r>
                      <a:r>
                        <a:rPr>
                          <a:latin typeface="Courier"/>
                        </a:rPr>
                        <a:t>userprincipalname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Info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session_start_ns</a:t>
                      </a:r>
                      <a:r>
                        <a:rPr/>
                        <a:t> vs existing </a:t>
                      </a:r>
                      <a:r>
                        <a:rPr>
                          <a:latin typeface="Courier"/>
                        </a:rPr>
                        <a:t>_session_begin</a:t>
                      </a:r>
                      <a:r>
                        <a:rPr/>
                        <a:t> naming pattern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is exactly what the proposal predicted</a:t>
            </a:r>
            <a:r>
              <a:rPr/>
              <a:t> — and the agent found it automatically in seconds.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3-Month 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2819400"/>
                <a:gridCol w="3759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Deliverable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 1</a:t>
                      </a:r>
                      <a:r>
                        <a:rPr/>
                        <a:t> (Done)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 + Review Agent POC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Prevents future inconsistency on every PR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Reconciliation Pipeline + Reverse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data cleaning; GEF becomes bidirectional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 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Quality Dashboard + Proto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Sustainable schema governance with visibility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Month 2 transforms GEF from a single-direction pipeline into a bidirectional data bus</a:t>
            </a:r>
            <a:r>
              <a:rPr/>
              <a:t> — clean, reconciled data flows back through GEF to S3 for downstream consumption.</a:t>
            </a:r>
          </a:p>
          <a:p>
            <a:pPr lvl="0" indent="0" marL="0">
              <a:buNone/>
            </a:pPr>
            <a:r>
              <a:rPr b="1"/>
              <a:t>Ask:</a:t>
            </a:r>
            <a:r>
              <a:rPr/>
              <a:t> Continue to Month 2 implementation. No additional infrastructure needed — reuses existing EF, SQS, S3.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2026-04-16T17:07:14Z</dcterms:created>
  <dcterms:modified xsi:type="dcterms:W3CDTF">2026-04-16T17:07:14Z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ize">
    <vt:lpwstr>16:9</vt:lpwstr>
  </property>
  <property fmtid="{D5CDD505-2E9C-101B-9397-08002B2CF9AE}" pid="5" name="style">
    <vt:lpwstr>section { font-size: 24px; } table { font-size: 20px; } pre { font-size: 16px; } h1 { color: #2563eb; } h2 { color: #1e40af; }</vt:lpwstr>
  </property>
  <property fmtid="{D5CDD505-2E9C-101B-9397-08002B2CF9AE}" pid="6" name="theme">
    <vt:lpwstr>default</vt:lpwstr>
  </property>
</Properties>
</file>