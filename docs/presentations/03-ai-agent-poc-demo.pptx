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GEF AI Data Quality Bus — AI Agent POC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What is the GEF AI Data Quality Bus?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</a:t>
            </a:r>
            <a:r>
              <a:rPr b="1"/>
              <a:t>AI-powered schema reconciliation system</a:t>
            </a:r>
            <a:r>
              <a:rPr/>
              <a:t> that:</a:t>
            </a:r>
          </a:p>
          <a:p>
            <a:pPr lvl="0" indent="-342900" marL="342900">
              <a:buAutoNum type="arabicPeriod"/>
            </a:pPr>
            <a:r>
              <a:rPr b="1"/>
              <a:t>Knows</a:t>
            </a:r>
            <a:r>
              <a:rPr/>
              <a:t> the semantic meaning of every field across all 90+ proto schemas</a:t>
            </a:r>
          </a:p>
          <a:p>
            <a:pPr lvl="0" indent="-342900" marL="342900">
              <a:buAutoNum type="arabicPeriod"/>
            </a:pPr>
            <a:r>
              <a:rPr b="1"/>
              <a:t>Reviews</a:t>
            </a:r>
            <a:r>
              <a:rPr/>
              <a:t> new proto PRs for cross-schema consistency — automatically</a:t>
            </a:r>
          </a:p>
          <a:p>
            <a:pPr lvl="0" indent="-342900" marL="342900">
              <a:buAutoNum type="arabicPeriod"/>
            </a:pPr>
            <a:r>
              <a:rPr b="1"/>
              <a:t>Maps</a:t>
            </a:r>
            <a:r>
              <a:rPr/>
              <a:t> 4,201 fields into canonical concepts (e.g., 47 “user” variants → 1 concept)</a:t>
            </a:r>
          </a:p>
          <a:p>
            <a:pPr lvl="0" indent="0" marL="0">
              <a:buNone/>
            </a:pPr>
            <a:r>
              <a:rPr b="1"/>
              <a:t>Tech stack:</a:t>
            </a:r>
            <a:r>
              <a:rPr/>
              <a:t> Python, LangGraph (multi-agent orchestration), ChromaDB (RAG), Claude API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Data Inconsistency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Real examples from ef-client today:</a:t>
            </a:r>
          </a:p>
          <a:p>
            <a:pPr lvl="0" indent="0" marL="0">
              <a:buNone/>
            </a:pPr>
            <a:r>
              <a:rPr b="1"/>
              <a:t>User identity — 47+ field name variants:</a:t>
            </a:r>
          </a:p>
          <a:p>
            <a:pPr lvl="0" indent="0">
              <a:buNone/>
            </a:pPr>
            <a:r>
              <a:rPr>
                <a:latin typeface="Courier"/>
              </a:rPr>
              <a:t>user, user1, username, username1, username2, user_name,
userprincipalname, userid, userid1, user_id, matched_username,
act_user, from_user, to_user, os_user_name, shared_credential_user,
temp_user, _unknown_user, aggregated_user ...</a:t>
            </a:r>
          </a:p>
          <a:p>
            <a:pPr lvl="0" indent="0" marL="0">
              <a:buNone/>
            </a:pPr>
            <a:r>
              <a:rPr b="1"/>
              <a:t>Tenant ID — type chaos:</a:t>
            </a:r>
          </a:p>
          <a:p>
            <a:pPr lvl="0" indent="0">
              <a:buNone/>
            </a:pPr>
            <a:r>
              <a:rPr>
                <a:latin typeface="Courier"/>
              </a:rPr>
              <a:t>GefMeta._tenant_id        = int32 (required)
alerts_enriched._tenant_id = int64 + tenantid = string (3 variants!)
app_enriched              = 5 variants: _tenant_id, _tenantid, tenant_id, tenantid, _tenant_max_file_size</a:t>
            </a:r>
          </a:p>
          <a:p>
            <a:pPr lvl="0" indent="0" marL="0">
              <a:buNone/>
            </a:pPr>
            <a:r>
              <a:rPr b="1"/>
              <a:t>Audit logs — inconsistent across 5 sources:</a:t>
            </a:r>
          </a:p>
          <a:p>
            <a:pPr lvl="0" indent="0">
              <a:buNone/>
            </a:pPr>
            <a:r>
              <a:rPr>
                <a:latin typeface="Courier"/>
              </a:rPr>
              <a:t>nsproxy:     severity_level = required uint32
provisioner: severity_level = optional int32    ← TYPE + LABEL MISMATCH
provisioner: MISSING is_netskope_personnel      ← FIELD GAP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How the AI Agent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Multi-Agent LangGraph Pipeline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┌─────────────────────────────────────────────────────────┐
│                                                         │
│  INPUT: New/modified .proto file                        │
│                                                         │
│  ┌──────────────┐    ┌───────────────────┐              │
│  │ Proto Parser  │───►│ Schema Agent (RAG)│              │
│  │ Extract fields│    │ Find similar fields│              │
│  └──────────────┘    │ across all 88 files│              │
│                      └────────┬──────────┘              │
│                               │                         │
│                      ┌────────▼──────────┐              │
│                      │ Consistency Agent  │              │
│                      │ Check naming, types│◄─── Retry    │
│                      │ gaps, labels      │     loop     │
│                      └────────┬──────────┘              │
│                               │                         │
│                      ┌────────▼──────────┐              │
│                      │ Recommendation    │              │
│                      │ Agent             │              │
│                      │ Generate actionable│              │
│                      │ review comments   │              │
│                      └────────┬──────────┘              │
│                               │                         │
│  OUTPUT: Structured review with severity levels         │
│                                                         │
└─────────────────────────────────────────────────────────┘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RAG?</a:t>
            </a:r>
          </a:p>
          <a:p>
            <a:pPr lvl="0" indent="0" marL="0">
              <a:buNone/>
            </a:pPr>
            <a:r>
              <a:rPr/>
              <a:t>90+ proto files with 4,201 fields — too large for LLM context. RAG retrieves only the relevant fields for each comparison.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4: Live Demo — Reviewing mcp_session.proto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Input:</a:t>
            </a:r>
            <a:r>
              <a:rPr/>
              <a:t> </a:t>
            </a:r>
            <a:r>
              <a:rPr>
                <a:latin typeface="Courier"/>
              </a:rPr>
              <a:t>aidiscovery/mcp_session.proto</a:t>
            </a:r>
            <a:r>
              <a:rPr/>
              <a:t> (new MCP session tracking event)</a:t>
            </a:r>
          </a:p>
          <a:p>
            <a:pPr lvl="0" indent="0" marL="0">
              <a:buNone/>
            </a:pPr>
            <a:r>
              <a:rPr b="1"/>
              <a:t>Agent found 31 issues: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Errors (Must Fix)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_tenant_id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 is </a:t>
                      </a:r>
                      <a:r>
                        <a:rPr>
                          <a:latin typeface="Courier"/>
                        </a:rPr>
                        <a:t>int32</a:t>
                      </a:r>
                      <a:r>
                        <a:rPr/>
                        <a:t> — </a:t>
                      </a:r>
                      <a:r>
                        <a:rPr b="1"/>
                        <a:t>every other event</a:t>
                      </a:r>
                      <a:r>
                        <a:rPr/>
                        <a:t> uses </a:t>
                      </a:r>
                      <a:r>
                        <a:rPr>
                          <a:latin typeface="Courier"/>
                        </a:rPr>
                        <a:t>int64</a:t>
                      </a:r>
                      <a:r>
                        <a:rPr/>
                        <a:t>. Will cause silent data truncation.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Uses structured </a:t>
                      </a:r>
                      <a:r>
                        <a:rPr>
                          <a:latin typeface="Courier"/>
                        </a:rPr>
                        <a:t>IdentityContext</a:t>
                      </a:r>
                      <a:r>
                        <a:rPr/>
                        <a:t> — all dplsink events use flat </a:t>
                      </a:r>
                      <a:r>
                        <a:rPr>
                          <a:latin typeface="Courier"/>
                        </a:rPr>
                        <a:t>string</a:t>
                      </a:r>
                      <a:r>
                        <a:rPr/>
                        <a:t> field. Cross-event user queries won’t work.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Warnings (Should Fix)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Maps to “user_identity” concept but doesn’t match canonical name </a:t>
                      </a:r>
                      <a:r>
                        <a:rPr>
                          <a:latin typeface="Courier"/>
                        </a:rPr>
                        <a:t>user_principal_name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(missing)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</a:t>
                      </a:r>
                      <a:r>
                        <a:rPr>
                          <a:latin typeface="Courier"/>
                        </a:rPr>
                        <a:t>_service_identifier</a:t>
                      </a:r>
                      <a:r>
                        <a:rPr/>
                        <a:t> field — required for event routing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(missing)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flat user identity field for cross-schema queries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Info (26 items)</a:t>
            </a:r>
          </a:p>
          <a:p>
            <a:pPr lvl="0" indent="0" marL="0">
              <a:buNone/>
            </a:pPr>
            <a:r>
              <a:rPr/>
              <a:t>Naming alignment suggestions: </a:t>
            </a:r>
            <a:r>
              <a:rPr>
                <a:latin typeface="Courier"/>
              </a:rPr>
              <a:t>session_start_ns</a:t>
            </a:r>
            <a:r>
              <a:rPr/>
              <a:t> vs </a:t>
            </a:r>
            <a:r>
              <a:rPr>
                <a:latin typeface="Courier"/>
              </a:rPr>
              <a:t>_session_begin</a:t>
            </a:r>
            <a:r>
              <a:rPr/>
              <a:t>, </a:t>
            </a:r>
            <a:r>
              <a:rPr>
                <a:latin typeface="Courier"/>
              </a:rPr>
              <a:t>transport_type</a:t>
            </a:r>
            <a:r>
              <a:rPr/>
              <a:t> vs </a:t>
            </a:r>
            <a:r>
              <a:rPr>
                <a:latin typeface="Courier"/>
              </a:rPr>
              <a:t>traffic_type</a:t>
            </a:r>
            <a:r>
              <a:rPr/>
              <a:t>, etc.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5: Architecture + What We Built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Components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┌─────────────────────────────────────────────────────┐
│  src/                                               │
│  ├── proto_parser/     Parse .proto → structured    │
│  │   ├── parser.py     Regex-based, handles proto2/3│
│  │   ├── models.py     ProtoFile, ProtoMessage, etc.│
│  │   └── extractor.py  Flatten to FieldRecord list  │
│  ├── rag/              Vector store + search        │
│  │   ├── store.py      ChromaDB wrapper             │
│  │   ├── embeddings.py ONNX MiniLM-L6-v2           │
│  │   └── ingest.py     Proto → ChromaDB pipeline    │
│  ├── registry/         Canonical field mapping      │
│  │   ├── models.py     CanonicalConcept, Registry   │
│  │   ├── builder.py    LLM-powered clustering       │
│  │   └── io.py         YAML export/import           │
│  ├── agents/           LangGraph review pipeline    │
│  │   ├── graph.py      Pipeline assembly            │
│  │   ├── schema_agent.py    RAG retrieval           │
│  │   ├── consistency_agent.py  Cross-schema checks  │
│  │   └── recommendation_agent.py  Review generation │
│  ├── cli.py            Click CLI (4 commands)       │
│  └── config.py         Environment-based config     │
└─────────────────────────────────────────────────────┘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By the Numbers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 files parsed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Fields indexed in ChromaDB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4,201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count (all passing)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Lines of production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~1,200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External dependencies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API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to review a proto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10 seconds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2026-04-16T17:07:14Z</dcterms:created>
  <dcterms:modified xsi:type="dcterms:W3CDTF">2026-04-16T17:07:14Z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ize">
    <vt:lpwstr>16:9</vt:lpwstr>
  </property>
  <property fmtid="{D5CDD505-2E9C-101B-9397-08002B2CF9AE}" pid="5" name="style">
    <vt:lpwstr>section { font-size: 22px; } table { font-size: 18px; } pre { font-size: 14px; } h1 { color: #2563eb; } h2 { color: #1e40af; } h3 { color: #3b82f6; }</vt:lpwstr>
  </property>
  <property fmtid="{D5CDD505-2E9C-101B-9397-08002B2CF9AE}" pid="6" name="theme">
    <vt:lpwstr>default</vt:lpwstr>
  </property>
</Properties>
</file>