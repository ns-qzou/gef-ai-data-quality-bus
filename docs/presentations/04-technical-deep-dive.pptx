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GEF AI Data Quality Bus — Technical Deep Dive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System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This Fits in the GEF Pipeline</a:t>
            </a:r>
          </a:p>
          <a:p>
            <a:pPr lvl="0" indent="0">
              <a:buNone/>
            </a:pPr>
            <a:r>
              <a:rPr>
                <a:latin typeface="Courier"/>
              </a:rPr>
              <a:t>Source Teams ──gRPC──► EF Gateway (mTLS/JWT)
                           │
                           ▼
                     EF Receiver (ZMQ)
                      ├→ Redis → Forwarder → Event Collector
                      ├→ AWS KDS (Kinesis)
                      ├→ GCP Pub/Sub Lite
                      └→ Memory Batcher → Staging S3 (zstd)
                                              │
                                         SNS → SQS
                                              │
                                              ▼
                                     Simple Event Batcher
                                     (DuckDB in-memory)
                                      ├→ DEM enrichment
                                      └→ Parquet → Landing S3
                                                       │
                                                 ┌─────┴─────┐
                                                NAA    ClickHouse
    ═══════════════════════════════════════════════════════
                    NEW: AI Data Quality Bus
    ef-client protos ──► Proto Parser ──► ChromaDB (RAG)
                                              │
    New proto PR ──► LangGraph Agent ─────────┘
                         │
                    Review Comment / CLI Output</a:t>
            </a:r>
          </a:p>
          <a:p>
            <a:pPr lvl="0" indent="0" marL="0">
              <a:buNone/>
            </a:pPr>
            <a:r>
              <a:rPr b="1"/>
              <a:t>Month 1 (current):</a:t>
            </a:r>
            <a:r>
              <a:rPr/>
              <a:t> Operates on the proto definition layer — reviews schemas before data flows. </a:t>
            </a:r>
            <a:r>
              <a:rPr b="1"/>
              <a:t>Month 2:</a:t>
            </a:r>
            <a:r>
              <a:rPr/>
              <a:t> Operates on the data layer — reconciles actual parquet data in Landing S3.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RAG Architecture — Why and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Problem with LLM Context</a:t>
            </a:r>
          </a:p>
          <a:p>
            <a:pPr lvl="0"/>
            <a:r>
              <a:rPr/>
              <a:t>90+ proto files × ~50 fields avg = 4,201 fields</a:t>
            </a:r>
          </a:p>
          <a:p>
            <a:pPr lvl="0"/>
            <a:r>
              <a:rPr/>
              <a:t>Each field needs: name, type, label, message, package, comments</a:t>
            </a:r>
          </a:p>
          <a:p>
            <a:pPr lvl="0"/>
            <a:r>
              <a:rPr/>
              <a:t>Total context: ~200K tokens — exceeds single LLM call limits</a:t>
            </a:r>
          </a:p>
          <a:p>
            <a:pPr lvl="0"/>
            <a:r>
              <a:rPr/>
              <a:t>Even if it fit, precision degrades with large context windows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RAG Solution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┌──────────────────────────────────────────────┐
│                ChromaDB                       │
│                                              │
│  Collection: "proto_fields"                  │
│  Embedding: ONNX MiniLM-L6-v2 (384-dim)     │
│  Documents: 4,201 field records              │
│                                              │
│  Document format:                            │
│  "username (string) in AppEnriched           │
│   from dplsink — User Name"                 │
│                                              │
│  Metadata:                                   │
│  {field_name, field_type, message_name,      │
│   package, file_path, label, fqn}            │
│                                              │
│  Query: "user identity"                      │
│  Returns: userprincipalname, username,       │
│           userid, user, user_name, ...       │
│           (ranked by semantic similarity)    │
│                                              │
└──────────────────────────────────────────────┘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Embedding Choice</a:t>
            </a:r>
          </a:p>
          <a:p>
            <a:pPr lvl="0"/>
            <a:r>
              <a:rPr b="1"/>
              <a:t>ONNX MiniLM-L6-v2</a:t>
            </a:r>
            <a:r>
              <a:rPr/>
              <a:t>: 384 dimensions, runs locally (no API calls for embeddings)</a:t>
            </a:r>
          </a:p>
          <a:p>
            <a:pPr lvl="0"/>
            <a:r>
              <a:rPr/>
              <a:t>ChromaDB’s built-in model — no HuggingFace download needed after first cache</a:t>
            </a:r>
          </a:p>
          <a:p>
            <a:pPr lvl="0"/>
            <a:r>
              <a:rPr/>
              <a:t>Fast: indexes all 4,201 fields in ~3 seconds</a:t>
            </a:r>
          </a:p>
          <a:p>
            <a:pPr lvl="0"/>
            <a:r>
              <a:rPr/>
              <a:t>Good at: “user name” ↔ “username” similarity (cosine &gt; 0.85)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LangGraph Pipeline — State Machine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State Definition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ReviewState(TypedDict):</a:t>
            </a:r>
            <a:br/>
            <a:r>
              <a:rPr>
                <a:latin typeface="Courier"/>
              </a:rPr>
              <a:t>    proto_file: ProtoFile           </a:t>
            </a:r>
            <a:r>
              <a:rPr i="1">
                <a:solidFill>
                  <a:srgbClr val="60A0B0"/>
                </a:solidFill>
                <a:latin typeface="Courier"/>
              </a:rPr>
              <a:t># Parsed input</a:t>
            </a:r>
            <a:br/>
            <a:r>
              <a:rPr>
                <a:latin typeface="Courier"/>
              </a:rPr>
              <a:t>    fields: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[FieldRecord]       </a:t>
            </a:r>
            <a:r>
              <a:rPr i="1">
                <a:solidFill>
                  <a:srgbClr val="60A0B0"/>
                </a:solidFill>
                <a:latin typeface="Courier"/>
              </a:rPr>
              <a:t># Extracted fields</a:t>
            </a:r>
            <a:br/>
            <a:r>
              <a:rPr>
                <a:latin typeface="Courier"/>
              </a:rPr>
              <a:t>    similar_fields: </a:t>
            </a:r>
            <a:r>
              <a:rPr>
                <a:solidFill>
                  <a:srgbClr val="008000"/>
                </a:solidFill>
                <a:latin typeface="Courier"/>
              </a:rPr>
              <a:t>dict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] </a:t>
            </a:r>
            <a:r>
              <a:rPr i="1">
                <a:solidFill>
                  <a:srgbClr val="60A0B0"/>
                </a:solidFill>
                <a:latin typeface="Courier"/>
              </a:rPr>
              <a:t># RAG results per field</a:t>
            </a:r>
            <a:br/>
            <a:r>
              <a:rPr>
                <a:latin typeface="Courier"/>
              </a:rPr>
              <a:t>    consistency_issues: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 Detected issues</a:t>
            </a:r>
            <a:br/>
            <a:r>
              <a:rPr>
                <a:latin typeface="Courier"/>
              </a:rPr>
              <a:t>    recommendations: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           </a:t>
            </a:r>
            <a:r>
              <a:rPr i="1">
                <a:solidFill>
                  <a:srgbClr val="60A0B0"/>
                </a:solidFill>
                <a:latin typeface="Courier"/>
              </a:rPr>
              <a:t># Generated suggestions</a:t>
            </a:r>
            <a:br/>
            <a:r>
              <a:rPr>
                <a:latin typeface="Courier"/>
              </a:rPr>
              <a:t>    retry_count: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For retry loop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Graph Topology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┌──────────┐
        │  parse   │  Extract fields from input proto
        └────┬─────┘
             │
        ┌────▼──────────┐
        │ schema_lookup  │  For each field, query ChromaDB
        │    (RAG)       │  for similar fields across all events
        └────┬──────────┘
             │
        ┌────▼──────────────┐
        │ consistency_check  │  Compare against canonical registry
        │                    │  Check: naming, types, labels, gaps
        └────┬──────────────┘
             │
             ├── all issues are "info" level    ──► RETRY (max 2x)
             │   (low confidence — broaden        with broader RAG query
             │    RAG search)
             │
             ├── high-confidence issues found  ──┐
             │                                   │
        ┌────▼──────┐                            │
        │ recommend  │◄───────────────────────────┘
        │            │  Group issues, generate
        │            │  actionable suggestions
        └────┬──────┘
             │
           [END]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LangGraph (not a simple function chain)?</a:t>
            </a:r>
          </a:p>
          <a:p>
            <a:pPr lvl="0"/>
            <a:r>
              <a:rPr b="1"/>
              <a:t>Conditional edges</a:t>
            </a:r>
            <a:r>
              <a:rPr/>
              <a:t>: Retry loop based on confidence</a:t>
            </a:r>
          </a:p>
          <a:p>
            <a:pPr lvl="0"/>
            <a:r>
              <a:rPr b="1"/>
              <a:t>State management</a:t>
            </a:r>
            <a:r>
              <a:rPr/>
              <a:t>: Each node reads/writes specific state keys</a:t>
            </a:r>
          </a:p>
          <a:p>
            <a:pPr lvl="0"/>
            <a:r>
              <a:rPr b="1"/>
              <a:t>Extensibility</a:t>
            </a:r>
            <a:r>
              <a:rPr/>
              <a:t>: Easy to add nodes (e.g., “human-in-the-loop approval” node)</a:t>
            </a:r>
          </a:p>
          <a:p>
            <a:pPr lvl="0"/>
            <a:r>
              <a:rPr b="1"/>
              <a:t>Observability</a:t>
            </a:r>
            <a:r>
              <a:rPr/>
              <a:t>: Built-in tracing via LangSmith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Consistency Detection — What We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 1: Naming Consistency</a:t>
            </a:r>
          </a:p>
          <a:p>
            <a:pPr lvl="0" indent="0">
              <a:buNone/>
            </a:pPr>
            <a:r>
              <a:rPr>
                <a:latin typeface="Courier"/>
              </a:rPr>
              <a:t>Input field:  username
Registry:     user_identity concept
              canonical_name = user_principal_name
              known variants: userprincipalname, username, userid, user
Result:       WARNING — field matches concept but not canonical name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 2: Type Consistency</a:t>
            </a:r>
          </a:p>
          <a:p>
            <a:pPr lvl="0" indent="0">
              <a:buNone/>
            </a:pPr>
            <a:r>
              <a:rPr>
                <a:latin typeface="Courier"/>
              </a:rPr>
              <a:t>Input field:  _tenant_id (int32)
Registry:     tenant_identifier concept
              canonical_type = int64
Result:       ERROR — type mismatch, will cause data truncation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 3: Label Consistency</a:t>
            </a:r>
          </a:p>
          <a:p>
            <a:pPr lvl="0" indent="0">
              <a:buNone/>
            </a:pPr>
            <a:r>
              <a:rPr>
                <a:latin typeface="Courier"/>
              </a:rPr>
              <a:t>Input field:  severity_level (optional int32)
Registry:     nsproxy uses required uint32
Result:       ERROR — required vs optional + uint32 vs int32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 4: Gap Detection</a:t>
            </a:r>
          </a:p>
          <a:p>
            <a:pPr lvl="0" indent="0">
              <a:buNone/>
            </a:pPr>
            <a:r>
              <a:rPr>
                <a:latin typeface="Courier"/>
              </a:rPr>
              <a:t>Input proto:  NewEvent (has: description, timestamp)
Registry:     user_identity concept exists in 6 other event types
              tenant_identifier concept exists in 3 other event types
Result:       WARNING — missing user_identity and tenant_identifier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Check 5: Semantic Similarity (RAG-based)</a:t>
            </a:r>
          </a:p>
          <a:p>
            <a:pPr lvl="0" indent="0">
              <a:buNone/>
            </a:pPr>
            <a:r>
              <a:rPr>
                <a:latin typeface="Courier"/>
              </a:rPr>
              <a:t>Input field:  session_start_ns
RAG result:   _session_begin in PageEnriched (distance: 0.31)
Result:       INFO — similar field exists, consider aligning naming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Canonical Field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Structure (YAML export)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user_identity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description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"Primary user identifier"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canonical_name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user_principal_name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canonical_type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mappings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event_type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dplsink/AlertsEnriched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userprincipalname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event_type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dplsink/AppEnriched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username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event_type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dplsink/AppEnriched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userid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event_type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dplsink/NetworkEnriched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username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event_type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dplsink/PageEnriched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event_type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auditing/NsProxyAuditLogEvent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user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field_type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string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gaps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dplsink/EpdlpEnriched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Build Process</a:t>
            </a:r>
          </a:p>
          <a:p>
            <a:pPr lvl="0" indent="-342900" marL="342900">
              <a:buAutoNum type="arabicPeriod"/>
            </a:pPr>
            <a:r>
              <a:rPr b="1"/>
              <a:t>Parse</a:t>
            </a:r>
            <a:r>
              <a:rPr/>
              <a:t> all 88 proto files → 4,201 field records</a:t>
            </a:r>
          </a:p>
          <a:p>
            <a:pPr lvl="0" indent="-342900" marL="342900">
              <a:buAutoNum type="arabicPeriod"/>
            </a:pPr>
            <a:r>
              <a:rPr b="1"/>
              <a:t>Embed</a:t>
            </a:r>
            <a:r>
              <a:rPr/>
              <a:t> fields into ChromaDB with ONNX MiniLM-L6-v2</a:t>
            </a:r>
          </a:p>
          <a:p>
            <a:pPr lvl="0" indent="-342900" marL="342900">
              <a:buAutoNum type="arabicPeriod"/>
            </a:pPr>
            <a:r>
              <a:rPr b="1"/>
              <a:t>Cluster</a:t>
            </a:r>
            <a:r>
              <a:rPr/>
              <a:t> semantically similar fields via Claude Sonnet (batched, 100 fields/call)</a:t>
            </a:r>
          </a:p>
          <a:p>
            <a:pPr lvl="0" indent="-342900" marL="342900">
              <a:buAutoNum type="arabicPeriod"/>
            </a:pPr>
            <a:r>
              <a:rPr b="1"/>
              <a:t>Export</a:t>
            </a:r>
            <a:r>
              <a:rPr/>
              <a:t> to YAML for human review and override</a:t>
            </a:r>
          </a:p>
          <a:p>
            <a:pPr lvl="0" indent="-342900" marL="342900">
              <a:buAutoNum type="arabicPeriod"/>
            </a:pPr>
            <a:r>
              <a:rPr b="1"/>
              <a:t>Sync</a:t>
            </a:r>
            <a:r>
              <a:rPr/>
              <a:t> back to ChromaDB for RAG retrieval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Human-in-the-Loop</a:t>
            </a:r>
          </a:p>
          <a:p>
            <a:pPr lvl="0"/>
            <a:r>
              <a:rPr/>
              <a:t>Registry exported as readable YAML — humans can review and correct</a:t>
            </a:r>
          </a:p>
          <a:p>
            <a:pPr lvl="0"/>
            <a:r>
              <a:rPr/>
              <a:t>Override file merged back (overrides win)</a:t>
            </a:r>
          </a:p>
          <a:p>
            <a:pPr lvl="0"/>
            <a:r>
              <a:rPr/>
              <a:t>Re-sync to ChromaDB after changes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Proto Parser — Handling Real-World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ef-client protos actually look like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Not textbook proto3 — real files use proto2 with complex patterns:</a:t>
            </a:r>
            <a:br/>
            <a:r>
              <a:rPr>
                <a:latin typeface="Courier"/>
              </a:rPr>
              <a:t>syntax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"proto2"</a:t>
            </a:r>
            <a:r>
              <a:rPr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message</a:t>
            </a:r>
            <a:r>
              <a:rPr>
                <a:latin typeface="Courier"/>
              </a:rPr>
              <a:t> MCPSession 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required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int64</a:t>
            </a:r>
            <a:r>
              <a:rPr>
                <a:latin typeface="Courier"/>
              </a:rPr>
              <a:t>  timestamp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           </a:t>
            </a:r>
            <a:r>
              <a:rPr i="1">
                <a:solidFill>
                  <a:srgbClr val="60A0B0"/>
                </a:solidFill>
                <a:latin typeface="Courier"/>
              </a:rPr>
              <a:t>// required label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required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int32</a:t>
            </a:r>
            <a:r>
              <a:rPr>
                <a:latin typeface="Courier"/>
              </a:rPr>
              <a:t>  _tenant_id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;           </a:t>
            </a:r>
            <a:r>
              <a:rPr i="1">
                <a:solidFill>
                  <a:srgbClr val="60A0B0"/>
                </a:solidFill>
                <a:latin typeface="Courier"/>
              </a:rPr>
              <a:t>// underscore-prefixed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optional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_home_pop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Nested messages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message</a:t>
            </a:r>
            <a:r>
              <a:rPr>
                <a:latin typeface="Courier"/>
              </a:rPr>
              <a:t> ProcessContext 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optional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executable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optional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uint32</a:t>
            </a:r>
            <a:r>
              <a:rPr>
                <a:latin typeface="Courier"/>
              </a:rPr>
              <a:t> pid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  }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optional</a:t>
            </a:r>
            <a:r>
              <a:rPr>
                <a:latin typeface="Courier"/>
              </a:rPr>
              <a:t> ProcessContext process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Field options with validation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optional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bytes</a:t>
            </a:r>
            <a:r>
              <a:rPr>
                <a:latin typeface="Courier"/>
              </a:rPr>
              <a:t> sampling_request_sample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44</a:t>
            </a:r>
            <a:br/>
            <a:r>
              <a:rPr>
                <a:latin typeface="Courier"/>
              </a:rPr>
              <a:t>    [(buf.validate.field).</a:t>
            </a:r>
            <a:r>
              <a:rPr>
                <a:solidFill>
                  <a:srgbClr val="902000"/>
                </a:solidFill>
                <a:latin typeface="Courier"/>
              </a:rPr>
              <a:t>bytes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 max_len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512</a:t>
            </a:r>
            <a:r>
              <a:rPr>
                <a:latin typeface="Courier"/>
              </a:rPr>
              <a:t> }];</a:t>
            </a:r>
            <a:br/>
            <a:br/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// Repeated complex types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repeated</a:t>
            </a:r>
            <a:r>
              <a:rPr>
                <a:latin typeface="Courier"/>
              </a:rPr>
              <a:t> McpToolCall tool_calls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  <a:r>
              <a:rPr>
                <a:latin typeface="Courier"/>
              </a:rPr>
              <a:t>;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Parser handles:</a:t>
            </a:r>
          </a:p>
          <a:p>
            <a:pPr lvl="0"/>
            <a:r>
              <a:rPr/>
              <a:t>Proto2 and proto3 syntax (different label semantics)</a:t>
            </a:r>
          </a:p>
          <a:p>
            <a:pPr lvl="0"/>
            <a:r>
              <a:rPr/>
              <a:t>Nested messages (recursive parsing)</a:t>
            </a:r>
          </a:p>
          <a:p>
            <a:pPr lvl="0"/>
            <a:r>
              <a:rPr/>
              <a:t>Enums (top-level and nested)</a:t>
            </a:r>
          </a:p>
          <a:p>
            <a:pPr lvl="0"/>
            <a:r>
              <a:rPr/>
              <a:t>Services and RPCs</a:t>
            </a:r>
          </a:p>
          <a:p>
            <a:pPr lvl="0"/>
            <a:r>
              <a:rPr/>
              <a:t>Field options (stripped during parsing)</a:t>
            </a:r>
          </a:p>
          <a:p>
            <a:pPr lvl="0"/>
            <a:r>
              <a:rPr/>
              <a:t>Comments (both </a:t>
            </a:r>
            <a:r>
              <a:rPr>
                <a:latin typeface="Courier"/>
              </a:rPr>
              <a:t>//</a:t>
            </a:r>
            <a:r>
              <a:rPr/>
              <a:t> and </a:t>
            </a:r>
            <a:r>
              <a:rPr>
                <a:latin typeface="Courier"/>
              </a:rPr>
              <a:t>/* */</a:t>
            </a:r>
            <a:r>
              <a:rPr/>
              <a:t>)</a:t>
            </a:r>
          </a:p>
          <a:p>
            <a:pPr lvl="0"/>
            <a:r>
              <a:rPr/>
              <a:t>Map fields (</a:t>
            </a:r>
            <a:r>
              <a:rPr>
                <a:latin typeface="Courier"/>
              </a:rPr>
              <a:t>map&lt;string, string&gt;</a:t>
            </a:r>
            <a:r>
              <a:rPr/>
              <a:t>)</a:t>
            </a:r>
          </a:p>
          <a:p>
            <a:pPr lvl="0"/>
            <a:r>
              <a:rPr/>
              <a:t>Oneof blocks (parsed as optional fields)</a:t>
            </a:r>
          </a:p>
          <a:p>
            <a:pPr lvl="0"/>
            <a:r>
              <a:rPr/>
              <a:t>Import statements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Parser does NOT handle (by design):</a:t>
            </a:r>
          </a:p>
          <a:p>
            <a:pPr lvl="0"/>
            <a:r>
              <a:rPr/>
              <a:t>Code generation (not needed — only field extraction)</a:t>
            </a:r>
          </a:p>
          <a:p>
            <a:pPr lvl="0"/>
            <a:r>
              <a:rPr/>
              <a:t>Full protobuf compilation (no </a:t>
            </a:r>
            <a:r>
              <a:rPr>
                <a:latin typeface="Courier"/>
              </a:rPr>
              <a:t>protoc</a:t>
            </a:r>
            <a:r>
              <a:rPr/>
              <a:t> dependency)</a:t>
            </a:r>
          </a:p>
          <a:p>
            <a:pPr lvl="0"/>
            <a:r>
              <a:rPr/>
              <a:t>Cross-file type resolution (deferred to RAG layer)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Data Flow — Month 2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Current (Month 1): Schema Layer</a:t>
            </a:r>
          </a:p>
          <a:p>
            <a:pPr lvl="0" indent="0">
              <a:buNone/>
            </a:pPr>
            <a:r>
              <a:rPr>
                <a:latin typeface="Courier"/>
              </a:rPr>
              <a:t>ef-client protos ──► Parser ──► ChromaDB ──► Review Agent ──► PR Comment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2: Data Layer</a:t>
            </a:r>
          </a:p>
          <a:p>
            <a:pPr lvl="0" indent="0">
              <a:buNone/>
            </a:pPr>
            <a:r>
              <a:rPr>
                <a:latin typeface="Courier"/>
              </a:rPr>
              <a:t>Landing S3 (raw parquet)
     │
     ▼ (SNS/SQS trigger — same pattern as Simple Batcher)
┌─────────────────────────────────────────┐
│         LangGraph Data Pipeline          │
│                                         │
│  Intake ──► Schema Agent (RAG)          │
│                  │                       │
│            Quality Agent                 │
│            (null spikes, type drift,     │
│             distribution shifts)         │
│                  │                       │
│           Reconcile Agent                │
│           (user→user_principal_name,     │
│            tenantid(str)→_tenant_id(i64))│
│                  │                       │
│           Validate Agent                 │
│           (verify output matches         │
│            canonical schema)             │
│                  │                       │
│           Output Router                  │
└──────────┬──────────┬──────────┬────────┘
           │          │          │
     Clean Parquet  Dashboard  Slack
     (via gRPC       (quality   (anomaly
      → EF →          scores)   alerts)
      S3 cleaned/)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go through EF for the reverse path?</a:t>
            </a:r>
          </a:p>
          <a:p>
            <a:pPr lvl="0"/>
            <a:r>
              <a:rPr/>
              <a:t>Reuse mTLS/JWT auth, zstd compression, checkpoint/recovery</a:t>
            </a:r>
          </a:p>
          <a:p>
            <a:pPr lvl="0"/>
            <a:r>
              <a:rPr/>
              <a:t>Reuse Simple Batcher’s DuckDB processing and partition strategy</a:t>
            </a:r>
          </a:p>
          <a:p>
            <a:pPr lvl="0"/>
            <a:r>
              <a:rPr/>
              <a:t>Landing S3 stays the single source of truth</a:t>
            </a:r>
          </a:p>
          <a:p>
            <a:pPr lvl="0"/>
            <a:r>
              <a:rPr/>
              <a:t>Any future enrichment service can use the same reverse path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8: Test Coverage + Quality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Pyramid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┌─────────┐
                    │ E2E (4) │  Real ef-client protos
                    │         │  Real ChromaDB
                    │         │  Real LangGraph pipeline
                    ├─────────┤
                    │         │
                    │ Integ   │  Store + parser together
                    │  (10)   │  CLI with real file I/O
                    │         │
                    ├─────────┤
                    │         │
                    │  Unit   │  Mocked LLM, mocked store
                    │  (84)   │  Pure logic testing
                    │         │
                    └─────────┘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1701800"/>
                <a:gridCol w="2324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Tested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 Parser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Proto2/3 syntax, nested messages, enums, services, error handling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RAG Store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ChromaDB CRUD, semantic similarity, metadata preservation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LLM response parsing, YAML round-trip, override merging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Each agent independently, graph compilation, issue detection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 + Config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commands, env var handling, error paths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pipeline against real ef-client (88 files, 4,201 fields)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testing patterns:</a:t>
            </a:r>
          </a:p>
          <a:p>
            <a:pPr lvl="0"/>
            <a:r>
              <a:rPr/>
              <a:t>LLM calls mocked at boundary (no real API in unit tests)</a:t>
            </a:r>
          </a:p>
          <a:p>
            <a:pPr lvl="0"/>
            <a:r>
              <a:rPr/>
              <a:t>ChromaDB uses temp directories (isolated per test)</a:t>
            </a:r>
          </a:p>
          <a:p>
            <a:pPr lvl="0"/>
            <a:r>
              <a:rPr/>
              <a:t>Integration tests marked </a:t>
            </a:r>
            <a:r>
              <a:rPr>
                <a:latin typeface="Courier"/>
              </a:rPr>
              <a:t>@pytest.mark.integration</a:t>
            </a:r>
            <a:r>
              <a:rPr/>
              <a:t>, skipped without ef-client</a:t>
            </a:r>
          </a:p>
          <a:p>
            <a:pPr lvl="0"/>
            <a:r>
              <a:rPr/>
              <a:t>AAA pattern throughout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2026-04-16T17:07:14Z</dcterms:created>
  <dcterms:modified xsi:type="dcterms:W3CDTF">2026-04-16T17:07:14Z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style">
    <vt:lpwstr>section { font-size: 20px; } table { font-size: 16px; } pre { font-size: 13px; } h1 { color: #2563eb; } h2 { color: #1e40af; } h3 { color: #3b82f6; } code { font-size: 13px; }</vt:lpwstr>
  </property>
  <property fmtid="{D5CDD505-2E9C-101B-9397-08002B2CF9AE}" pid="6" name="theme">
    <vt:lpwstr>default</vt:lpwstr>
  </property>
</Properties>
</file>